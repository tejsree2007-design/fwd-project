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3"/>
  </p:notesMasterIdLst>
  <p:handoutMasterIdLst>
    <p:handoutMasterId r:id="rId24"/>
  </p:handoutMasterIdLst>
  <p:sldIdLst>
    <p:sldId id="314" r:id="rId3"/>
    <p:sldId id="323" r:id="rId4"/>
    <p:sldId id="266" r:id="rId5"/>
    <p:sldId id="341" r:id="rId6"/>
    <p:sldId id="342" r:id="rId7"/>
    <p:sldId id="349" r:id="rId8"/>
    <p:sldId id="343" r:id="rId9"/>
    <p:sldId id="344" r:id="rId10"/>
    <p:sldId id="345" r:id="rId11"/>
    <p:sldId id="350" r:id="rId12"/>
    <p:sldId id="346" r:id="rId13"/>
    <p:sldId id="351" r:id="rId14"/>
    <p:sldId id="340" r:id="rId15"/>
    <p:sldId id="352" r:id="rId16"/>
    <p:sldId id="347" r:id="rId17"/>
    <p:sldId id="348" r:id="rId18"/>
    <p:sldId id="353" r:id="rId19"/>
    <p:sldId id="355" r:id="rId20"/>
    <p:sldId id="354" r:id="rId21"/>
    <p:sldId id="33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5833"/>
  </p:normalViewPr>
  <p:slideViewPr>
    <p:cSldViewPr snapToGrid="0" snapToObjects="1">
      <p:cViewPr varScale="1">
        <p:scale>
          <a:sx n="85" d="100"/>
          <a:sy n="85" d="100"/>
        </p:scale>
        <p:origin x="34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09-03-2026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Hotel Room Booking Application Project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P. Tejaswini</a:t>
            </a:r>
          </a:p>
          <a:p>
            <a:pPr marL="0" indent="0" algn="ctr">
              <a:buNone/>
            </a:pPr>
            <a:r>
              <a:rPr lang="en-US" sz="9600" dirty="0"/>
              <a:t>Student ID: 2520030011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 02</a:t>
            </a:r>
          </a:p>
          <a:p>
            <a:pPr marL="0" indent="0" algn="ctr">
              <a:buNone/>
            </a:pPr>
            <a:r>
              <a:rPr lang="en-US" sz="11200" dirty="0"/>
              <a:t>Section: 06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09-03-2026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079" y="5225003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Dr.Y. Ashok, N.M. Deepika 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842" y="1493134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Web-based Hotel Room Booking System</a:t>
            </a:r>
          </a:p>
          <a:p>
            <a:pPr marL="0" indent="0">
              <a:buNone/>
            </a:pP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Allows users to register and login to the system</a:t>
            </a:r>
          </a:p>
          <a:p>
            <a:pPr marL="0" indent="0">
              <a:buNone/>
            </a:pP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can view available rooms and book rooms online</a:t>
            </a:r>
          </a:p>
          <a:p>
            <a:pPr marL="0" indent="0">
              <a:buNone/>
            </a:pP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Developed using HTML, CSS, and JavaScript for front-end</a:t>
            </a:r>
          </a:p>
          <a:p>
            <a:pPr marL="0" indent="0">
              <a:buNone/>
            </a:pP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Java with DSA concepts used for implementing data structures</a:t>
            </a:r>
          </a:p>
          <a:p>
            <a:pPr marL="0" indent="0">
              <a:buNone/>
            </a:pP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•Demonstrates concepts like form validation, DOM manipulation, and booking management  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an efficient and simple solution for hotel reservation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-339725"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hotel room booking process</a:t>
            </a:r>
          </a:p>
          <a:p>
            <a:pPr marL="457200" lvl="1" indent="-339725" algn="just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-339725"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must visit hotel or call for reservations</a:t>
            </a:r>
          </a:p>
          <a:p>
            <a:pPr marL="457200" lvl="1" indent="-339725" algn="just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-339725"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chances of human errors in booking records</a:t>
            </a:r>
          </a:p>
          <a:p>
            <a:pPr marL="457200" lvl="1" indent="-339725" algn="just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-339725"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digital system to store booking details</a:t>
            </a:r>
          </a:p>
          <a:p>
            <a:pPr marL="117475" lvl="1" indent="0" algn="just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-339725"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manage large number of customers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based hotel room booking system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signup and login securely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can view available rooms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online room booking system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view all booking details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handled efficiently using DSA concepts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B15296F-156D-BE47-727B-C34C7CDD4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interacts with Web Interface(HTML, CSS)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handles validation and booking logic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using Browser Local Storage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data processed using Java(DSA structures)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view booking details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F254F-FC3E-4447-A176-A8B6E7662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91F97-9CE1-4607-B09A-EF0080AA0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AD486-D734-4ED3-B5E1-90B1CCB16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309BF4-9E0A-456A-9926-5C2A731F9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862" y="1313905"/>
            <a:ext cx="6782747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01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Module: User signup and login functionality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Display Module: Shows available hotel rooms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Booking Module: Allows customers to book rooms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Management Module: Stores Booking details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Module: Displays booking records to admin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online hotel room booking system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simple user interface for booking rooms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front-end web development concepts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JavaScript interaction and validation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Data Structures and Algorithms concepts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1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page structure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Headings. Paragraphs, links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CSS styling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Colors and spacing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2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forms and input fields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HTML tags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layout using Flexbox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EAAD5-7584-4ACA-BFC9-2BC74B198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4753"/>
            <a:ext cx="10515600" cy="53522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3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conditions and loops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 and objects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4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handling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 Manipulation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content updates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5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form validation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user input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web pages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D632F-63DB-4E7D-AFF1-D8F2FE923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24917-622B-486D-AFD4-6FD4E3D85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DBAB6-3DDF-4B4A-88E0-1FC88F9EB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39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lvl="1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1 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 algorithm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algorithm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elements in arrays</a:t>
            </a:r>
          </a:p>
          <a:p>
            <a:pPr marL="457200" lvl="1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2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 Sort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 Sort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Sort</a:t>
            </a:r>
          </a:p>
          <a:p>
            <a:pPr marL="457200" lvl="1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3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ADT concept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implementation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Singly linked list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0F69F-00B2-4E85-A3E7-0D2162113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2329"/>
            <a:ext cx="10515600" cy="52446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4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Operations like push and pop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operations like enqueue and dequeue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 implementation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5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implementation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List for booking storage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booking records using data structures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E3986-4C40-4569-95C6-FFFD69D4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C49D6-2237-4807-B0CE-C277F873D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20E9C-BD6A-4F59-9DE4-AE43CB678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98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54C71A-764A-4EF2-8AB9-D329FCBE5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2085"/>
            <a:ext cx="3693459" cy="28883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04F65B-A038-4A38-A610-A2BF25F06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695" y="1272438"/>
            <a:ext cx="4114799" cy="46173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0760D0A-1CD3-4E03-8029-DA0597FEB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6539" y="1362085"/>
            <a:ext cx="3406589" cy="29589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F7D3BCC-8342-4437-A924-2D11D180E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751" y="4514513"/>
            <a:ext cx="5625298" cy="173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BE4D2-C8B5-4062-94BE-CB57A168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C9BB2-FB0C-4020-AFC6-64A45C498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46251-DDD0-4A0D-8451-B97FC0D88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0A62F8-C830-464F-BCEC-A9811A9B0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83" y="809906"/>
            <a:ext cx="3057952" cy="40010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5691AB-D502-4E87-A461-95DC7EA77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797" y="745225"/>
            <a:ext cx="4009495" cy="53675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A5B142-2C07-414E-A824-5313E8840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1517" y="745225"/>
            <a:ext cx="4114799" cy="536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93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functional hotel room booking system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front-end using HTML, CSS and JavaScript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Data Structures and Algorithms concepts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efficiency of booking management</a:t>
            </a: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a simple and user friendly booking platform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7D216D8-8CBA-43CF-A610-D51405C9DB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069602" y="1529790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9C35C98-E075-4CFE-9BDD-C97B35997A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7907" y="1018335"/>
            <a:ext cx="5801784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69010-2EEF-4079-ABD6-E45EAB7B1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E1CAB-6585-48F6-9AE3-FA19602DD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4A53A-3912-4A9F-9928-F0522611B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0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8AB3AA7-06A0-464B-95C8-D57CEA70E6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3061" y="1054661"/>
            <a:ext cx="5801784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AE192-B7BA-43F1-AA6B-1B5686BED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AD887-5AD3-4A6E-B39B-4B502D38E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50720-BE86-493A-AE39-60DBAFC3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23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FA734BA-8E23-4E08-A47E-1BE9DFD3F5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6342" y="788894"/>
            <a:ext cx="3881893" cy="512781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211CD-C97D-4FCE-BEEE-642E632E1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8955F-8751-4E2A-BF92-995E40CBF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87C01-A95B-4005-87BB-8279F4459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25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3834</TotalTime>
  <Words>618</Words>
  <Application>Microsoft Office PowerPoint</Application>
  <PresentationFormat>Widescreen</PresentationFormat>
  <Paragraphs>189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Custom Design</vt:lpstr>
      <vt:lpstr>Title: Hotel Room Booking Application Project</vt:lpstr>
      <vt:lpstr>Abstract</vt:lpstr>
      <vt:lpstr>Existing System </vt:lpstr>
      <vt:lpstr>Proposed System</vt:lpstr>
      <vt:lpstr>System Architecture</vt:lpstr>
      <vt:lpstr>PowerPoint Presentation</vt:lpstr>
      <vt:lpstr>Project Modules</vt:lpstr>
      <vt:lpstr>Objectives</vt:lpstr>
      <vt:lpstr>Co’s Attainments - FWD</vt:lpstr>
      <vt:lpstr>PowerPoint Presentation</vt:lpstr>
      <vt:lpstr>Co’s Attainments - DSA</vt:lpstr>
      <vt:lpstr>PowerPoint Presentation</vt:lpstr>
      <vt:lpstr>Screenshots for FWD &amp; DSA</vt:lpstr>
      <vt:lpstr>PowerPoint Presentation</vt:lpstr>
      <vt:lpstr>Conclusion</vt:lpstr>
      <vt:lpstr>Geo- Tag Photos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Tejaswini Pamarthy</cp:lastModifiedBy>
  <cp:revision>54</cp:revision>
  <dcterms:created xsi:type="dcterms:W3CDTF">2022-05-20T10:20:31Z</dcterms:created>
  <dcterms:modified xsi:type="dcterms:W3CDTF">2026-03-09T09:48:45Z</dcterms:modified>
</cp:coreProperties>
</file>