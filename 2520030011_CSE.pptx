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3"/>
  </p:notesMasterIdLst>
  <p:handoutMasterIdLst>
    <p:handoutMasterId r:id="rId24"/>
  </p:handoutMasterIdLst>
  <p:sldIdLst>
    <p:sldId id="314" r:id="rId3"/>
    <p:sldId id="323" r:id="rId4"/>
    <p:sldId id="266" r:id="rId5"/>
    <p:sldId id="341" r:id="rId6"/>
    <p:sldId id="342" r:id="rId7"/>
    <p:sldId id="349" r:id="rId8"/>
    <p:sldId id="343" r:id="rId9"/>
    <p:sldId id="344" r:id="rId10"/>
    <p:sldId id="345" r:id="rId11"/>
    <p:sldId id="350" r:id="rId12"/>
    <p:sldId id="346" r:id="rId13"/>
    <p:sldId id="351" r:id="rId14"/>
    <p:sldId id="340" r:id="rId15"/>
    <p:sldId id="352" r:id="rId16"/>
    <p:sldId id="347" r:id="rId17"/>
    <p:sldId id="348" r:id="rId18"/>
    <p:sldId id="353" r:id="rId19"/>
    <p:sldId id="355" r:id="rId20"/>
    <p:sldId id="354" r:id="rId21"/>
    <p:sldId id="33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28" autoAdjust="0"/>
    <p:restoredTop sz="95833"/>
  </p:normalViewPr>
  <p:slideViewPr>
    <p:cSldViewPr snapToGrid="0" snapToObjects="1">
      <p:cViewPr varScale="1">
        <p:scale>
          <a:sx n="85" d="100"/>
          <a:sy n="85" d="100"/>
        </p:scale>
        <p:origin x="34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  <a:t>09-03-2026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  <a:t>09-03-2026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09-03-2026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  <a:t>09-03-2026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57" y="136525"/>
            <a:ext cx="11543614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Title: Hotel Room Booking Application Project</a:t>
            </a:r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0130"/>
            <a:ext cx="10515600" cy="109755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dirty="0"/>
              <a:t>Student Name: P. Tejaswini</a:t>
            </a:r>
          </a:p>
          <a:p>
            <a:pPr marL="0" indent="0" algn="ctr">
              <a:buNone/>
            </a:pPr>
            <a:r>
              <a:rPr lang="en-US" sz="9600" dirty="0"/>
              <a:t>Student ID: 2520030011</a:t>
            </a:r>
            <a:endParaRPr lang="en-US" sz="2400" dirty="0"/>
          </a:p>
          <a:p>
            <a:pPr marL="0" indent="0" algn="ctr">
              <a:buNone/>
            </a:pPr>
            <a:r>
              <a:rPr lang="en-US" sz="11200" dirty="0"/>
              <a:t>Cluster: 02</a:t>
            </a:r>
          </a:p>
          <a:p>
            <a:pPr marL="0" indent="0" algn="ctr">
              <a:buNone/>
            </a:pPr>
            <a:r>
              <a:rPr lang="en-US" sz="11200" dirty="0"/>
              <a:t>Section: 06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CEED-36AB-D94A-B562-4D3E096B39D1}" type="datetime1">
              <a:rPr lang="en-IN" smtClean="0"/>
              <a:t>09-03-2026</a:t>
            </a:fld>
            <a:endParaRPr lang="en-US"/>
          </a:p>
        </p:txBody>
      </p:sp>
      <p:pic>
        <p:nvPicPr>
          <p:cNvPr id="12" name="Picture 11" descr="A picture containing shape&#10;&#10;Description automatically generated">
            <a:extLst>
              <a:ext uri="{FF2B5EF4-FFF2-40B4-BE49-F238E27FC236}">
                <a16:creationId xmlns:a16="http://schemas.microsoft.com/office/drawing/2014/main" id="{22EBCDF0-8C0C-C908-85EA-FD8A7282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5079" y="5225003"/>
            <a:ext cx="1725712" cy="930978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9DE7D0-41AC-90DD-3065-235240261B1B}"/>
              </a:ext>
            </a:extLst>
          </p:cNvPr>
          <p:cNvSpPr txBox="1">
            <a:spLocks/>
          </p:cNvSpPr>
          <p:nvPr/>
        </p:nvSpPr>
        <p:spPr>
          <a:xfrm>
            <a:off x="838200" y="3332480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0" dirty="0"/>
              <a:t>Under the Guidance </a:t>
            </a:r>
          </a:p>
          <a:p>
            <a:pPr marL="0" indent="0" algn="ctr">
              <a:buNone/>
            </a:pPr>
            <a:r>
              <a:rPr lang="en-US" sz="8600" dirty="0"/>
              <a:t>of 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Supervisor Name: Dr.Y. Ashok, N.M. Deepika 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Department of CSE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C03D2-3952-BF4D-18CA-C2C8547E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16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Abstract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6842" y="1493134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Web-based Hotel Room Booking System</a:t>
            </a:r>
          </a:p>
          <a:p>
            <a:pPr marL="0" indent="0">
              <a:buNone/>
            </a:pP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Allows users to register and login to the system</a:t>
            </a:r>
          </a:p>
          <a:p>
            <a:pPr marL="0" indent="0">
              <a:buNone/>
            </a:pP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Users can view available rooms and book rooms online</a:t>
            </a:r>
          </a:p>
          <a:p>
            <a:pPr marL="0" indent="0">
              <a:buNone/>
            </a:pP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Developed using HTML, CSS, and JavaScript for front-end</a:t>
            </a:r>
          </a:p>
          <a:p>
            <a:pPr marL="0" indent="0">
              <a:buNone/>
            </a:pP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Java with DSA concepts used for implementing data structures</a:t>
            </a:r>
          </a:p>
          <a:p>
            <a:pPr marL="0" indent="0">
              <a:buNone/>
            </a:pP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•Demonstrates concepts like form validation, DOM manipulation, and booking management  </a:t>
            </a: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an efficient and simple solution for hotel reservation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83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Existing System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-339725" algn="just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hotel room booking process</a:t>
            </a:r>
          </a:p>
          <a:p>
            <a:pPr marL="457200" lvl="1" indent="-339725" algn="just"/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-339725" algn="just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must visit hotel or call for reservations</a:t>
            </a:r>
          </a:p>
          <a:p>
            <a:pPr marL="457200" lvl="1" indent="-339725" algn="just"/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-339725" algn="just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chances of human errors in booking records</a:t>
            </a:r>
          </a:p>
          <a:p>
            <a:pPr marL="457200" lvl="1" indent="-339725" algn="just"/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-339725" algn="just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digital system to store booking details</a:t>
            </a:r>
          </a:p>
          <a:p>
            <a:pPr marL="117475" lvl="1" indent="0" algn="just"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-339725" algn="just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manage large number of customers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B9F02-6AB8-A348-9013-8FCBB8174821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833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7308-1D11-0801-FB87-8CFF8CD9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AE696E-C5CB-1479-F98C-F7C2D0B7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Proposed System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9135224-75FA-6942-7E71-50A315519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based hotel room booking system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signup and login securely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can view available rooms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online room booking system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view all booking details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handled efficiently using DSA concepts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95472-1444-D525-21F0-49779A03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105F9-7400-1835-C4B4-B38C94DE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99E1-BA43-10D5-C92A-C058676C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84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1740-4A22-BB35-FC5B-E9B78149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383E4-A635-5D2C-0BA9-6A9D4A50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System Architecture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B15296F-156D-BE47-727B-C34C7CDD4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interacts with Web Interface(HTML, CSS)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handles validation and booking logic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stored using Browser Local Storage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data processed using Java(DSA structures)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view booking details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D3843-97BD-682A-B84E-8FDB1825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237BD-B76F-738D-5648-B271AAD5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2409B-FFAD-25CD-834C-0C2CA4A7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011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F254F-FC3E-4447-A176-A8B6E7662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91F97-9CE1-4607-B09A-EF0080AA0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AD486-D734-4ED3-B5E1-90B1CCB16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309BF4-9E0A-456A-9926-5C2A731F9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862" y="1313905"/>
            <a:ext cx="6782747" cy="378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01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3485-1CDC-6A29-86F1-EC5F9BB7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8E0586-CE85-480D-585E-FCD3C344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Project Modules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90F206-B37F-761D-F471-0BF91F889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Module: User signup and login functionality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 Display Module: Shows available hotel rooms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 Booking Module: Allows customers to book rooms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Management Module: Stores Booking details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Module: Displays booking records to admin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F571-AABB-DBF0-2720-7F01DFDD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F6678-7BBF-2FBC-8619-C887BD26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A9859-4671-FF5D-1356-4CDA5C5C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65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3125-DE57-89FD-81B9-AA8B783F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7EB9E5-2196-BA25-5BC0-0ADC2050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63C44B8-E8B6-5D9D-90FF-ECD825D72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online hotel room booking system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simple user interface for booking rooms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front-end web development concepts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JavaScript interaction and validation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Data Structures and Algorithms concepts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B0D62-5A39-5424-9CF6-9A5122E0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45F34-84C7-08FE-3B8E-621019BE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C40D6-1BC6-8947-EA26-62259BD2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985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49560-5402-A083-5191-CC2F2336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3A50108-EF3B-F9BF-CB25-7C4C67A41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FWD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769557B-A6AB-F48D-9A16-51F755A17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 1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page structure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Headings. Paragraphs, links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CSS styling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Colors and spacing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 2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forms and input fields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HTML tags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layout using Flexbox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design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0E4ED-DE37-6D8E-7EB1-1F0F05E37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5EEDF-18C5-49AB-9643-7F3137059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C038D-A939-9973-E752-364BB70EE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46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EAAD5-7584-4ACA-BFC9-2BC74B198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4753"/>
            <a:ext cx="10515600" cy="53522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 3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conditions and loops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Arrays and objects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 4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handling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 Manipulation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content updates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 5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form validation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user input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web pages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D632F-63DB-4E7D-AFF1-D8F2FE923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24917-622B-486D-AFD4-6FD4E3D85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DBAB6-3DDF-4B4A-88E0-1FC88F9EB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939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A9CAF-7EB0-0890-1F26-CA3F8236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7E0E9F0-7414-F19D-A367-C4D70D67B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DSA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26AE93-69A8-DC85-DA45-05F4D66EF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lvl="1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 1 </a:t>
            </a:r>
          </a:p>
          <a:p>
            <a:pPr lvl="1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Search algorithm</a:t>
            </a:r>
          </a:p>
          <a:p>
            <a:pPr lvl="1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 algorithm</a:t>
            </a:r>
          </a:p>
          <a:p>
            <a:pPr lvl="1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 elements in arrays</a:t>
            </a:r>
          </a:p>
          <a:p>
            <a:pPr marL="457200" lvl="1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 2</a:t>
            </a:r>
          </a:p>
          <a:p>
            <a:pPr lvl="1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Bubble Sort</a:t>
            </a:r>
          </a:p>
          <a:p>
            <a:pPr lvl="1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  Sort</a:t>
            </a:r>
          </a:p>
          <a:p>
            <a:pPr lvl="1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Sort</a:t>
            </a:r>
          </a:p>
          <a:p>
            <a:pPr marL="457200" lvl="1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 3</a:t>
            </a:r>
          </a:p>
          <a:p>
            <a:pPr lvl="1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ADT concept</a:t>
            </a:r>
          </a:p>
          <a:p>
            <a:pPr lvl="1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 implementation</a:t>
            </a:r>
          </a:p>
          <a:p>
            <a:pPr lvl="1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Singly linked list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1C05D-4DC9-ADC0-13CA-909E89023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C7196-73FE-144C-6DB9-248E7AB5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94048-D768-5663-4851-89B00F981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65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0F69F-00B2-4E85-A3E7-0D2162113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2329"/>
            <a:ext cx="10515600" cy="52446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 4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Operations like push and pop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operations like enqueue and dequeue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queue implementation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 5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implementation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List for booking storage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booking records using data structures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9E3986-4C40-4569-95C6-FFFD69D46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C49D6-2237-4807-B0CE-C277F873D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20E9C-BD6A-4F59-9DE4-AE43CB678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998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3D68-D41B-9825-3931-B79590C79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 for FWD &amp; DSA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63D1B-E2DB-29C3-BA63-FF21B16E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14CB5-AB44-10F9-E8AF-4658C6595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D5113-7B1F-AF02-CDA9-5B3AB95B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854C71A-764A-4EF2-8AB9-D329FCBE5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2085"/>
            <a:ext cx="3693459" cy="288833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804F65B-A038-4A38-A610-A2BF25F06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7695" y="1272438"/>
            <a:ext cx="4114799" cy="461737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0760D0A-1CD3-4E03-8029-DA0597FEB5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6539" y="1362085"/>
            <a:ext cx="3406589" cy="29589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F7D3BCC-8342-4437-A924-2D11D180EB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751" y="4514513"/>
            <a:ext cx="5625298" cy="1738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953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0BE4D2-C8B5-4062-94BE-CB57A168E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C9BB2-FB0C-4020-AFC6-64A45C498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46251-DDD0-4A0D-8451-B97FC0D88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0A62F8-C830-464F-BCEC-A9811A9B0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683" y="809906"/>
            <a:ext cx="3057952" cy="40010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A5691AB-D502-4E87-A461-95DC7EA77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7797" y="745225"/>
            <a:ext cx="4009495" cy="53675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7A5B142-2C07-414E-A824-5313E8840A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1517" y="745225"/>
            <a:ext cx="4114799" cy="536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593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3A63-E30E-0694-B089-838C7E38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E8F526A-5F54-0308-7336-A6E08160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56E9376-CB4B-895B-7B5C-D2F5AAED7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functional hotel room booking system</a:t>
            </a: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front-end using HTML, CSS and JavaScript</a:t>
            </a: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Data Structures and Algorithms concepts</a:t>
            </a: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efficiency of booking management</a:t>
            </a:r>
          </a:p>
          <a:p>
            <a:pPr marL="0" indent="0"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 a simple and user friendly booking platform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84C9A-73D1-DA76-6E0C-91C24CB8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1726C-C351-8876-43C7-C9B8807E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4E02D-0287-0F0D-A891-AE869E4F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912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8258-F0F3-1EE4-1AB3-DB04AD69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961B8-8709-0718-F6D3-9D07622F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Geo- Tag Photos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8EAAE-4073-261B-4850-9857C07D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A2172-0EFE-3ADA-47FA-029EF21A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B8A7-6131-D012-7DA4-A9F36B2B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16</a:t>
            </a:fld>
            <a:endParaRPr lang="en-US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F7D216D8-8CBA-43CF-A610-D51405C9DB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069602" y="1529790"/>
            <a:ext cx="580178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74719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9C35C98-E075-4CFE-9BDD-C97B35997A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7907" y="1018335"/>
            <a:ext cx="5801784" cy="435133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69010-2EEF-4079-ABD6-E45EAB7B1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E1CAB-6585-48F6-9AE3-FA19602DD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4A53A-3912-4A9F-9928-F0522611B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404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8AB3AA7-06A0-464B-95C8-D57CEA70E6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3061" y="1054661"/>
            <a:ext cx="5801784" cy="435133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AE192-B7BA-43F1-AA6B-1B5686BED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AD887-5AD3-4A6E-B39B-4B502D38E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50720-BE86-493A-AE39-60DBAFC35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9231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FA734BA-8E23-4E08-A47E-1BE9DFD3F5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86342" y="788894"/>
            <a:ext cx="3881893" cy="5127811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211CD-C97D-4FCE-BEEE-642E632E1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8955F-8751-4E2A-BF92-995E40CBF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87C01-A95B-4005-87BB-8279F4459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254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D6276-EBF6-BB4A-A6C6-114A8D55B891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3834</TotalTime>
  <Words>618</Words>
  <Application>Microsoft Office PowerPoint</Application>
  <PresentationFormat>Widescreen</PresentationFormat>
  <Paragraphs>189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Office Theme</vt:lpstr>
      <vt:lpstr>Custom Design</vt:lpstr>
      <vt:lpstr>Title: Hotel Room Booking Application Project</vt:lpstr>
      <vt:lpstr>Abstract</vt:lpstr>
      <vt:lpstr>Existing System </vt:lpstr>
      <vt:lpstr>Proposed System</vt:lpstr>
      <vt:lpstr>System Architecture</vt:lpstr>
      <vt:lpstr>PowerPoint Presentation</vt:lpstr>
      <vt:lpstr>Project Modules</vt:lpstr>
      <vt:lpstr>Objectives</vt:lpstr>
      <vt:lpstr>Co’s Attainments - FWD</vt:lpstr>
      <vt:lpstr>PowerPoint Presentation</vt:lpstr>
      <vt:lpstr>Co’s Attainments - DSA</vt:lpstr>
      <vt:lpstr>PowerPoint Presentation</vt:lpstr>
      <vt:lpstr>Screenshots for FWD &amp; DSA</vt:lpstr>
      <vt:lpstr>PowerPoint Presentation</vt:lpstr>
      <vt:lpstr>Conclusion</vt:lpstr>
      <vt:lpstr>Geo- Tag Photos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Tejaswini Pamarthy</cp:lastModifiedBy>
  <cp:revision>54</cp:revision>
  <dcterms:created xsi:type="dcterms:W3CDTF">2022-05-20T10:20:31Z</dcterms:created>
  <dcterms:modified xsi:type="dcterms:W3CDTF">2026-03-09T10:07:41Z</dcterms:modified>
</cp:coreProperties>
</file>