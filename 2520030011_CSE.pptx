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3"/>
  </p:notesMasterIdLst>
  <p:handoutMasterIdLst>
    <p:handoutMasterId r:id="rId24"/>
  </p:handoutMasterIdLst>
  <p:sldIdLst>
    <p:sldId id="314" r:id="rId3"/>
    <p:sldId id="323" r:id="rId4"/>
    <p:sldId id="266" r:id="rId5"/>
    <p:sldId id="341" r:id="rId6"/>
    <p:sldId id="342" r:id="rId7"/>
    <p:sldId id="349" r:id="rId8"/>
    <p:sldId id="343" r:id="rId9"/>
    <p:sldId id="344" r:id="rId10"/>
    <p:sldId id="345" r:id="rId11"/>
    <p:sldId id="350" r:id="rId12"/>
    <p:sldId id="346" r:id="rId13"/>
    <p:sldId id="351" r:id="rId14"/>
    <p:sldId id="340" r:id="rId15"/>
    <p:sldId id="352" r:id="rId16"/>
    <p:sldId id="347" r:id="rId17"/>
    <p:sldId id="348" r:id="rId18"/>
    <p:sldId id="353" r:id="rId19"/>
    <p:sldId id="355" r:id="rId20"/>
    <p:sldId id="354" r:id="rId21"/>
    <p:sldId id="33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28" autoAdjust="0"/>
    <p:restoredTop sz="95833"/>
  </p:normalViewPr>
  <p:slideViewPr>
    <p:cSldViewPr snapToGrid="0" snapToObjects="1">
      <p:cViewPr varScale="1">
        <p:scale>
          <a:sx n="85" d="100"/>
          <a:sy n="85" d="100"/>
        </p:scale>
        <p:origin x="341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51" d="100"/>
          <a:sy n="51" d="100"/>
        </p:scale>
        <p:origin x="320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F734CB-DFAB-944A-8037-9643745D8F20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18335F-2E5B-B14E-9706-E237C81E415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D6649-7156-A341-B9F2-F045B7551E1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77CD1-E97C-BA41-8E49-9F39B98FFBE8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DDBCA1-9406-7A44-8A76-1046B4040777}" type="datetime1">
              <a:rPr lang="en-IN" smtClean="0"/>
              <a:t>10-03-2026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FB085D-B69B-9C45-93A5-77F47F2F6792}" type="datetime1">
              <a:rPr lang="en-IN" smtClean="0"/>
              <a:t>10-03-2026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B69B7-E8EF-6346-9390-671C5B22ACF3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20709D-BF3C-5743-B60D-B01C16014A7B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4444B0-6575-954F-AAA2-CB0D0417F74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E7A436-9AA5-6C4B-AFF1-C34F60A9AB89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141C7-EF5A-1D4A-89F0-79C7DE818D53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868A0C-C998-984C-ABE3-A33473D7CAB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2EF84-6667-8447-AC88-082F9D71D82C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563FD6-5C64-304A-9680-469E8D83D1BF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3985EC-8C41-0649-B43C-28421C497AA5}" type="datetime1">
              <a:rPr lang="en-IN" smtClean="0"/>
              <a:t>10-03-2026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85D85A-3465-384D-962A-D11BB8B39525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F4C6E9-161C-B44B-AD70-8813DADCDED1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057" y="136525"/>
            <a:ext cx="11543614" cy="1128381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400" dirty="0">
                <a:solidFill>
                  <a:srgbClr val="0070C0"/>
                </a:solidFill>
                <a:latin typeface="+mn-lt"/>
                <a:cs typeface="Arial" panose="020B0604020202020204" pitchFamily="34" charset="0"/>
              </a:rPr>
              <a:t>Title: Hotel Room Booking Application Project</a:t>
            </a:r>
            <a:endParaRPr lang="en-US" sz="2400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AE0CE-45A1-A1FF-31F4-66CECAEF30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150130"/>
            <a:ext cx="10515600" cy="1097555"/>
          </a:xfrm>
        </p:spPr>
        <p:txBody>
          <a:bodyPr>
            <a:normAutofit fontScale="25000" lnSpcReduction="20000"/>
          </a:bodyPr>
          <a:lstStyle/>
          <a:p>
            <a:pPr marL="0" indent="0" algn="ctr">
              <a:buNone/>
            </a:pPr>
            <a:r>
              <a:rPr lang="en-US" sz="9600" dirty="0"/>
              <a:t>Student Name: P. Tejaswini</a:t>
            </a:r>
          </a:p>
          <a:p>
            <a:pPr marL="0" indent="0" algn="ctr">
              <a:buNone/>
            </a:pPr>
            <a:r>
              <a:rPr lang="en-US" sz="9600" dirty="0"/>
              <a:t>Student ID: 2520030011</a:t>
            </a:r>
            <a:endParaRPr lang="en-US" sz="2400" dirty="0"/>
          </a:p>
          <a:p>
            <a:pPr marL="0" indent="0" algn="ctr">
              <a:buNone/>
            </a:pPr>
            <a:r>
              <a:rPr lang="en-US" sz="11200" dirty="0"/>
              <a:t>Cluster: 02</a:t>
            </a:r>
          </a:p>
          <a:p>
            <a:pPr marL="0" indent="0" algn="ctr">
              <a:buNone/>
            </a:pPr>
            <a:r>
              <a:rPr lang="en-US" sz="11200" dirty="0"/>
              <a:t>Section: 06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ABCEED-36AB-D94A-B562-4D3E096B39D1}" type="datetime1">
              <a:rPr lang="en-IN" smtClean="0"/>
              <a:t>10-03-2026</a:t>
            </a:fld>
            <a:endParaRPr lang="en-US"/>
          </a:p>
        </p:txBody>
      </p:sp>
      <p:pic>
        <p:nvPicPr>
          <p:cNvPr id="12" name="Picture 11" descr="A picture containing shape&#10;&#10;Description automatically generated">
            <a:extLst>
              <a:ext uri="{FF2B5EF4-FFF2-40B4-BE49-F238E27FC236}">
                <a16:creationId xmlns:a16="http://schemas.microsoft.com/office/drawing/2014/main" id="{22EBCDF0-8C0C-C908-85EA-FD8A72825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5079" y="5225003"/>
            <a:ext cx="1725712" cy="930978"/>
          </a:xfrm>
          <a:prstGeom prst="rect">
            <a:avLst/>
          </a:prstGeom>
        </p:spPr>
      </p:pic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3F9DE7D0-41AC-90DD-3065-235240261B1B}"/>
              </a:ext>
            </a:extLst>
          </p:cNvPr>
          <p:cNvSpPr txBox="1">
            <a:spLocks/>
          </p:cNvSpPr>
          <p:nvPr/>
        </p:nvSpPr>
        <p:spPr>
          <a:xfrm>
            <a:off x="838200" y="3332480"/>
            <a:ext cx="11199471" cy="1571945"/>
          </a:xfrm>
          <a:prstGeom prst="rect">
            <a:avLst/>
          </a:prstGeom>
        </p:spPr>
        <p:txBody>
          <a:bodyPr vert="horz" lIns="91440" tIns="45720" rIns="91440" bIns="45720" rtlCol="0">
            <a:normAutofit fontScale="2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8600" dirty="0"/>
              <a:t>Under the Guidance </a:t>
            </a:r>
          </a:p>
          <a:p>
            <a:pPr marL="0" indent="0" algn="ctr">
              <a:buNone/>
            </a:pPr>
            <a:r>
              <a:rPr lang="en-US" sz="8600" dirty="0"/>
              <a:t>of </a:t>
            </a:r>
            <a:endParaRPr lang="en-US" sz="8600" dirty="0">
              <a:solidFill>
                <a:srgbClr val="00B050"/>
              </a:solidFill>
            </a:endParaRP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Supervisor Name:  </a:t>
            </a:r>
            <a:r>
              <a:rPr lang="en-US" sz="8600" dirty="0" err="1">
                <a:solidFill>
                  <a:srgbClr val="00B050"/>
                </a:solidFill>
              </a:rPr>
              <a:t>Dr.Y</a:t>
            </a:r>
            <a:r>
              <a:rPr lang="en-US" sz="8600" dirty="0">
                <a:solidFill>
                  <a:srgbClr val="00B050"/>
                </a:solidFill>
              </a:rPr>
              <a:t>. Ashok, N.M. Deepika 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Assistant Professor</a:t>
            </a:r>
          </a:p>
          <a:p>
            <a:pPr marL="0" indent="0" algn="ctr">
              <a:buNone/>
            </a:pPr>
            <a:r>
              <a:rPr lang="en-US" sz="8600" dirty="0">
                <a:solidFill>
                  <a:srgbClr val="00B050"/>
                </a:solidFill>
              </a:rPr>
              <a:t>Department of CSE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C03D2-3952-BF4D-18CA-C2C8547E2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0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Abstract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6842" y="149313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Web-based Hotel Room Booking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Allows users to register and login to the system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Users can view available rooms and book rooms online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Developed using HTML, CSS, and JavaScript for front-end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Java with DSA concepts used for implementing data structures</a:t>
            </a:r>
          </a:p>
          <a:p>
            <a:pPr marL="0" indent="0">
              <a:buNone/>
            </a:pP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•Demonstrates concepts like form validation, DOM manipulation, and booking management  </a:t>
            </a:r>
          </a:p>
          <a:p>
            <a:pPr marL="0" indent="0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</a:t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Provides an efficient and simple solution for hotel reservation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783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45DB3B1-7702-A34D-B15A-E964B95D6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Existing System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hotel room booking process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must visit hotel or call for reservations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chances of human errors in booking records</a:t>
            </a:r>
          </a:p>
          <a:p>
            <a:pPr marL="457200" lvl="1" indent="-339725" algn="just"/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centralized digital system to store booking details</a:t>
            </a:r>
          </a:p>
          <a:p>
            <a:pPr marL="117475" lvl="1" indent="0" algn="just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-339725" algn="just"/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 to manage large number of customers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B9F02-6AB8-A348-9013-8FCBB817482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833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E7308-1D11-0801-FB87-8CFF8CD98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EAE696E-C5CB-1479-F98C-F7C2D0B7B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Proposed System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9135224-75FA-6942-7E71-50A315519F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 based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Users can signup and login securely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Customers can view available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online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all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handled efficiently using DSA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95472-1444-D525-21F0-49779A03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E105F9-7400-1835-C4B4-B38C94DE6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399E1-BA43-10D5-C92A-C058676C1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484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DA1740-4A22-BB35-FC5B-E9B781495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17383E4-A635-5D2C-0BA9-6A9D4A506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System Architecture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B15296F-156D-BE47-727B-C34C7CDD4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interacts with Web Interface(HTML, CSS)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handles validation and booking logic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stored using Browser Local Storage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data processed using Java(DSA structures)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can view booking details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AD3843-97BD-682A-B84E-8FDB18258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A237BD-B76F-738D-5648-B271AAD57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2409B-FFAD-25CD-834C-0C2CA4A7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9011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FF254F-FC3E-4447-A176-A8B6E7662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91F97-9CE1-4607-B09A-EF0080AA0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AD486-D734-4ED3-B5E1-90B1CCB1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B309BF4-9E0A-456A-9926-5C2A731F90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862" y="1313905"/>
            <a:ext cx="6782747" cy="3781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018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03485-1CDC-6A29-86F1-EC5F9BB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2F8E0586-CE85-480D-585E-FCD3C344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Project Modules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890F206-B37F-761D-F471-0BF91F889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Authentication Module: User signup and login functionality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Display Module: Shows available hotel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Room Booking Module: Allows customers to book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Booking Management Module: Stores Booking details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Admin Module: Displays booking records to admin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F571-AABB-DBF0-2720-7F01DFDDF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F6678-7BBF-2FBC-8619-C887BD26D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5A9859-4671-FF5D-1356-4CDA5C5C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965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73125-DE57-89FD-81B9-AA8B783FC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87EB9E5-2196-BA25-5BC0-0ADC2050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Objectives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C44B8-E8B6-5D9D-90FF-ECD825D72D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an online hotel room booking system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simple user interface for booking rooms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front-end web development concepts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Demonstrate JavaScript interaction and validation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Apply Data Structures and Algorithms concepts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8B0D62-5A39-5424-9CF6-9A5122E0D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045F34-84C7-08FE-3B8E-621019BE8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40D6-1BC6-8947-EA26-62259BD2C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985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49560-5402-A083-5191-CC2F23364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C3A50108-EF3B-F9BF-CB25-7C4C67A41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FWD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769557B-A6AB-F48D-9A16-51F755A17B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page structure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Headings. Paragraphs, links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CSS styling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Colors and spacing</a:t>
            </a:r>
          </a:p>
          <a:p>
            <a:pPr marL="0" indent="0"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forms and input fields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Semantic HTML tags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CSS layout using Flexbox</a:t>
            </a:r>
          </a:p>
          <a:p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Responsive design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D0E4ED-DE37-6D8E-7EB1-1F0F05E37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25EEDF-18C5-49AB-9643-7F31370592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C038D-A939-9973-E752-364BB70EE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465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EAAD5-7584-4ACA-BFC9-2BC74B198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24753"/>
            <a:ext cx="10515600" cy="5352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conditions and loops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Functions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Arrays and objects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Event handling 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DOM Manipulation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 content updates</a:t>
            </a:r>
          </a:p>
          <a:p>
            <a:pPr marL="0" indent="0">
              <a:buNone/>
            </a:pP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JavaScript form validation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user input</a:t>
            </a:r>
          </a:p>
          <a:p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web pages</a:t>
            </a:r>
          </a:p>
          <a:p>
            <a:endParaRPr lang="en-IN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D632F-63DB-4E7D-AFF1-D8F2FE923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724917-622B-486D-AFD4-6FD4E3D85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8DBAB6-3DDF-4B4A-88E0-1FC88F9EB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93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A9CAF-7EB0-0890-1F26-CA3F8236A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7E0E9F0-7414-F19D-A367-C4D70D67B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Co’s Attainments - DSA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6AE93-69A8-DC85-DA45-05F4D66EF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1 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Binary Search algorithm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Searching elements in arrays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2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Bubble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Selection  Sort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Insertion Sort</a:t>
            </a:r>
          </a:p>
          <a:p>
            <a:pPr marL="457200" lvl="1" indent="0">
              <a:buNone/>
            </a:pP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3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List ADT concept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 list implementation</a:t>
            </a:r>
          </a:p>
          <a:p>
            <a:pPr lvl="1"/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Singly linked list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1C05D-4DC9-ADC0-13CA-909E89023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CC7196-73FE-144C-6DB9-248E7AB56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94048-D768-5663-4851-89B00F981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6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50F69F-00B2-4E85-A3E7-0D2162113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2329"/>
            <a:ext cx="10515600" cy="52446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4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 Operations like push and pop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Queue operations like enqueue and dequeue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Circular queue implementation</a:t>
            </a:r>
          </a:p>
          <a:p>
            <a:pPr marL="0" indent="0">
              <a:buNone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 5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implementation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Array List for booking storage</a:t>
            </a:r>
          </a:p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booking records using data structures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9E3986-4C40-4569-95C6-FFFD69D4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3C49D6-2237-4807-B0CE-C277F873D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20E9C-BD6A-4F59-9DE4-AE43CB678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998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23D68-D41B-9825-3931-B79590C79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Screenshots for FWD &amp; DSA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963D1B-E2DB-29C3-BA63-FF21B16E3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114CB5-AB44-10F9-E8AF-4658C65956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8D5113-7B1F-AF02-CDA9-5B3AB95BE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13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854C71A-764A-4EF2-8AB9-D329FCBE53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2085"/>
            <a:ext cx="3693459" cy="28883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804F65B-A038-4A38-A610-A2BF25F06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7695" y="1272438"/>
            <a:ext cx="4114799" cy="46173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0760D0A-1CD3-4E03-8029-DA0597FEB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6539" y="1362085"/>
            <a:ext cx="3406589" cy="29589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F7D3BCC-8342-4437-A924-2D11D180EB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751" y="4514513"/>
            <a:ext cx="5625298" cy="17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953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BE4D2-C8B5-4062-94BE-CB57A168E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C9BB2-FB0C-4020-AFC6-64A45C4982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846251-DDD0-4A0D-8451-B97FC0D88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99240C2-7B1D-493A-8CFB-997A80CA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92" y="789471"/>
            <a:ext cx="3087543" cy="5367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8095AD-9ABB-4A2C-8C2C-9AE3D72B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789472"/>
            <a:ext cx="2810435" cy="53675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E203151-8F32-452D-A8BF-00A38D871D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7577" y="3683016"/>
            <a:ext cx="2524433" cy="26923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2BEF8A-595B-4399-B863-61874F4D9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577" y="663101"/>
            <a:ext cx="2258131" cy="26923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6A70228-7DAF-4AB3-A785-343513AB35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125" y="879992"/>
            <a:ext cx="3047161" cy="414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5935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63A63-E30E-0694-B089-838C7E389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E8F526A-5F54-0308-7336-A6E0816064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0618" y="365125"/>
            <a:ext cx="10173182" cy="1128009"/>
          </a:xfrm>
        </p:spPr>
        <p:txBody>
          <a:bodyPr/>
          <a:lstStyle/>
          <a:p>
            <a:pPr algn="ctr"/>
            <a:r>
              <a:rPr lang="en-US" b="1" dirty="0"/>
              <a:t>Conclusion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6E9376-CB4B-895B-7B5C-D2F5AAED7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a functional hotel room booking system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front-end using HTML, CSS and JavaScript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Data Structures and Algorithms concepts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Improved efficiency of booking management</a:t>
            </a:r>
          </a:p>
          <a:p>
            <a:pPr marL="0" indent="0"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Provided a simple and user friendly booking platform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A84C9A-73D1-DA76-6E0C-91C24CB83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A639D7-EAE1-7C4A-AC63-30DD6B16DE20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81726C-C351-8876-43C7-C9B8807E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4E02D-0287-0F0D-A891-AE869E4F0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9121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48258-F0F3-1EE4-1AB3-DB04AD6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961B8-8709-0718-F6D3-9D07622F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Geo- Tag Photos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8EAAE-4073-261B-4850-9857C07DB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CA2172-0EFE-3ADA-47FA-029EF21A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9B8A7-6131-D012-7DA4-A9F36B2B1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16</a:t>
            </a:fld>
            <a:endParaRPr lang="en-US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7D216D8-8CBA-43CF-A610-D51405C9DB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3069602" y="1529790"/>
            <a:ext cx="5801784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471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F9C35C98-E075-4CFE-9BDD-C97B35997A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7907" y="1018335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69010-2EEF-4079-ABD6-E45EAB7B1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E1CAB-6585-48F6-9AE3-FA19602DD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44A53A-3912-4A9F-9928-F0522611B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404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98AB3AA7-06A0-464B-95C8-D57CEA70E6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53061" y="1054661"/>
            <a:ext cx="5801784" cy="4351338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AE192-B7BA-43F1-AA6B-1B5686BED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EAD887-5AD3-4A6E-B39B-4B502D38E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50720-BE86-493A-AE39-60DBAFC3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923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FA734BA-8E23-4E08-A47E-1BE9DFD3F5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86342" y="788894"/>
            <a:ext cx="3881893" cy="5127811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211CD-C97D-4FCE-BEEE-642E632E1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5272DB-0103-AF4C-A22D-07421EC406AD}" type="datetime1">
              <a:rPr lang="en-IN" smtClean="0"/>
              <a:t>10-03-2026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8955F-8751-4E2A-BF92-995E40CBF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173030211           Department of CSE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87C01-A95B-4005-87BB-8279F4459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25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dirty="0"/>
              <a:t>THANK YOU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5C2420-26C9-65B4-41BA-D5CA69721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D6276-EBF6-BB4A-A6C6-114A8D55B891}" type="datetime1">
              <a:rPr lang="en-IN" smtClean="0"/>
              <a:t>10-03-2026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9B4454-96E6-70D8-1440-214248739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173030211           Department of CSE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3963</TotalTime>
  <Words>618</Words>
  <Application>Microsoft Office PowerPoint</Application>
  <PresentationFormat>Widescreen</PresentationFormat>
  <Paragraphs>189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Times New Roman</vt:lpstr>
      <vt:lpstr>Office Theme</vt:lpstr>
      <vt:lpstr>Custom Design</vt:lpstr>
      <vt:lpstr>Title: Hotel Room Booking Application Project</vt:lpstr>
      <vt:lpstr>Abstract</vt:lpstr>
      <vt:lpstr>Existing System </vt:lpstr>
      <vt:lpstr>Proposed System</vt:lpstr>
      <vt:lpstr>System Architecture</vt:lpstr>
      <vt:lpstr>PowerPoint Presentation</vt:lpstr>
      <vt:lpstr>Project Modules</vt:lpstr>
      <vt:lpstr>Objectives</vt:lpstr>
      <vt:lpstr>Co’s Attainments - FWD</vt:lpstr>
      <vt:lpstr>PowerPoint Presentation</vt:lpstr>
      <vt:lpstr>Co’s Attainments - DSA</vt:lpstr>
      <vt:lpstr>PowerPoint Presentation</vt:lpstr>
      <vt:lpstr>Screenshots for FWD &amp; DSA</vt:lpstr>
      <vt:lpstr>PowerPoint Presentation</vt:lpstr>
      <vt:lpstr>Conclusion</vt:lpstr>
      <vt:lpstr>Geo- Tag Photos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Tejaswini Pamarthy</cp:lastModifiedBy>
  <cp:revision>59</cp:revision>
  <dcterms:created xsi:type="dcterms:W3CDTF">2022-05-20T10:20:31Z</dcterms:created>
  <dcterms:modified xsi:type="dcterms:W3CDTF">2026-03-10T07:54:19Z</dcterms:modified>
</cp:coreProperties>
</file>