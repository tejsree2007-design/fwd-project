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3"/>
  </p:notesMasterIdLst>
  <p:handoutMasterIdLst>
    <p:handoutMasterId r:id="rId24"/>
  </p:handoutMasterIdLst>
  <p:sldIdLst>
    <p:sldId id="314" r:id="rId3"/>
    <p:sldId id="323" r:id="rId4"/>
    <p:sldId id="266" r:id="rId5"/>
    <p:sldId id="341" r:id="rId6"/>
    <p:sldId id="342" r:id="rId7"/>
    <p:sldId id="349" r:id="rId8"/>
    <p:sldId id="343" r:id="rId9"/>
    <p:sldId id="344" r:id="rId10"/>
    <p:sldId id="345" r:id="rId11"/>
    <p:sldId id="350" r:id="rId12"/>
    <p:sldId id="346" r:id="rId13"/>
    <p:sldId id="351" r:id="rId14"/>
    <p:sldId id="340" r:id="rId15"/>
    <p:sldId id="352" r:id="rId16"/>
    <p:sldId id="347" r:id="rId17"/>
    <p:sldId id="348" r:id="rId18"/>
    <p:sldId id="353" r:id="rId19"/>
    <p:sldId id="355" r:id="rId20"/>
    <p:sldId id="354" r:id="rId21"/>
    <p:sldId id="33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28" autoAdjust="0"/>
    <p:restoredTop sz="95833"/>
  </p:normalViewPr>
  <p:slideViewPr>
    <p:cSldViewPr snapToGrid="0" snapToObjects="1">
      <p:cViewPr varScale="1">
        <p:scale>
          <a:sx n="85" d="100"/>
          <a:sy n="85" d="100"/>
        </p:scale>
        <p:origin x="34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10-03-2026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10-03-2026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Hotel Room Booking Application Project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P. Tejaswini</a:t>
            </a:r>
          </a:p>
          <a:p>
            <a:pPr marL="0" indent="0" algn="ctr">
              <a:buNone/>
            </a:pPr>
            <a:r>
              <a:rPr lang="en-US" sz="9600" dirty="0"/>
              <a:t>Student ID: 2520030011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 02</a:t>
            </a:r>
          </a:p>
          <a:p>
            <a:pPr marL="0" indent="0" algn="ctr">
              <a:buNone/>
            </a:pPr>
            <a:r>
              <a:rPr lang="en-US" sz="11200" dirty="0"/>
              <a:t>Section: 06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10-03-2026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079" y="5225003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 Dr. </a:t>
            </a:r>
            <a:r>
              <a:rPr lang="en-US" sz="8600" dirty="0" err="1">
                <a:solidFill>
                  <a:srgbClr val="00B050"/>
                </a:solidFill>
              </a:rPr>
              <a:t>Y.Ashok</a:t>
            </a:r>
            <a:r>
              <a:rPr lang="en-US" sz="8600">
                <a:solidFill>
                  <a:srgbClr val="00B050"/>
                </a:solidFill>
              </a:rPr>
              <a:t>, N</a:t>
            </a:r>
            <a:r>
              <a:rPr lang="en-US" sz="8600" dirty="0">
                <a:solidFill>
                  <a:srgbClr val="00B050"/>
                </a:solidFill>
              </a:rPr>
              <a:t>.M. Deepika 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842" y="149313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Web-based Hotel Room Booking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Allows users to register and login to the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Users can view available rooms and book rooms online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Developed using HTML, CSS, and JavaScript for front-end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Java with DSA concepts used for implementing data structures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•Demonstrates concepts like form validation, DOM manipulation, and booking management  </a:t>
            </a:r>
          </a:p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an efficient and simple solution for hotel reservation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hotel room booking process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must visit hotel or call for reservations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chances of human errors in booking records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digital system to store booking details</a:t>
            </a:r>
          </a:p>
          <a:p>
            <a:pPr marL="117475" lvl="1" indent="0" algn="just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manage large number of customers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based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signup and login securely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can view available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online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all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handled efficiently using DSA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B15296F-156D-BE47-727B-C34C7CDD4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interacts with Web Interface(HTML, CSS)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handles validation and booking logic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stored using Browser Local Storage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data processed using Java(DSA structures)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booking details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F254F-FC3E-4447-A176-A8B6E7662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91F97-9CE1-4607-B09A-EF0080AA0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AD486-D734-4ED3-B5E1-90B1CCB16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309BF4-9E0A-456A-9926-5C2A731F9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862" y="1313905"/>
            <a:ext cx="6782747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01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Authentication Module: User signup and login functionality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Display Module: Shows available hotel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Booking Module: Allows customers to book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Management Module: Stores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Module: Displays booking records to admin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C44B8-E8B6-5D9D-90FF-ECD825D7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online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simple user interface for booking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front-end web development concepts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 JavaScript interaction and validation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Data Structures and Algorithms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page structure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Headings. Paragraphs, links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CSS styling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Colors and spacing</a:t>
            </a:r>
          </a:p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forms and input fields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 HTML tags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 layout using Flexbox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design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AAD5-7584-4ACA-BFC9-2BC74B198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24753"/>
            <a:ext cx="10515600" cy="5352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conditions and loops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Arrays and objects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handling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 Manipulation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content updates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form validation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user input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web pages</a:t>
            </a: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D632F-63DB-4E7D-AFF1-D8F2FE923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24917-622B-486D-AFD4-6FD4E3D85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DBAB6-3DDF-4B4A-88E0-1FC88F9E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3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 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Searching elements in arrays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Bubble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Selection 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Insertion Sort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ADT concept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Linked list implementation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Singly linked list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0F69F-00B2-4E85-A3E7-0D2162113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29"/>
            <a:ext cx="10515600" cy="52446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 Operations like push and pop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Queue operations like enqueue and dequeue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Circular queue implementation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implementation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List for booking storage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booking records using data structures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E3986-4C40-4569-95C6-FFFD69D46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C49D6-2237-4807-B0CE-C277F873D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20E9C-BD6A-4F59-9DE4-AE43CB678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998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54C71A-764A-4EF2-8AB9-D329FCBE5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2085"/>
            <a:ext cx="3693459" cy="28883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04F65B-A038-4A38-A610-A2BF25F06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695" y="1272438"/>
            <a:ext cx="4114799" cy="46173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760D0A-1CD3-4E03-8029-DA0597FEB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6539" y="1362085"/>
            <a:ext cx="3406589" cy="29589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F7D3BCC-8342-4437-A924-2D11D180E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751" y="4514513"/>
            <a:ext cx="5625298" cy="17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0BE4D2-C8B5-4062-94BE-CB57A168E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C9BB2-FB0C-4020-AFC6-64A45C49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46251-DDD0-4A0D-8451-B97FC0D88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9240C2-7B1D-493A-8CFB-997A80CA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92" y="789471"/>
            <a:ext cx="3087543" cy="5367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8095AD-9ABB-4A2C-8C2C-9AE3D72B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789472"/>
            <a:ext cx="2810435" cy="53675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203151-8F32-452D-A8BF-00A38D871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577" y="3683016"/>
            <a:ext cx="2524433" cy="26923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2BEF8A-595B-4399-B863-61874F4D9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577" y="663101"/>
            <a:ext cx="2258131" cy="26923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6A70228-7DAF-4AB3-A785-343513AB35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1125" y="879992"/>
            <a:ext cx="3047161" cy="414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593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 functional hotel room booking system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front-end using HTML, CSS and JavaScript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Data Structures and Algorithms concepts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efficiency of booking management</a:t>
            </a:r>
          </a:p>
          <a:p>
            <a:pPr marL="0" indent="0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Provided a simple and user friendly booking platform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16</a:t>
            </a:fld>
            <a:endParaRPr lang="en-US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7D216D8-8CBA-43CF-A610-D51405C9D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069602" y="1529790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C35C98-E075-4CFE-9BDD-C97B35997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7907" y="1018335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69010-2EEF-4079-ABD6-E45EAB7B1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E1CAB-6585-48F6-9AE3-FA19602DD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4A53A-3912-4A9F-9928-F0522611B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40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8AB3AA7-06A0-464B-95C8-D57CEA70E6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3061" y="1054661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AE192-B7BA-43F1-AA6B-1B5686BED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AD887-5AD3-4A6E-B39B-4B502D38E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50720-BE86-493A-AE39-60DBAFC35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23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FA734BA-8E23-4E08-A47E-1BE9DFD3F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6342" y="788894"/>
            <a:ext cx="3881893" cy="512781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211CD-C97D-4FCE-BEEE-642E632E1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8955F-8751-4E2A-BF92-995E40CBF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87C01-A95B-4005-87BB-8279F4459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25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3958</TotalTime>
  <Words>618</Words>
  <Application>Microsoft Office PowerPoint</Application>
  <PresentationFormat>Widescreen</PresentationFormat>
  <Paragraphs>189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Office Theme</vt:lpstr>
      <vt:lpstr>Custom Design</vt:lpstr>
      <vt:lpstr>Title: Hotel Room Booking Application Project</vt:lpstr>
      <vt:lpstr>Abstract</vt:lpstr>
      <vt:lpstr>Existing System </vt:lpstr>
      <vt:lpstr>Proposed System</vt:lpstr>
      <vt:lpstr>System Architecture</vt:lpstr>
      <vt:lpstr>PowerPoint Presentation</vt:lpstr>
      <vt:lpstr>Project Modules</vt:lpstr>
      <vt:lpstr>Objectives</vt:lpstr>
      <vt:lpstr>Co’s Attainments - FWD</vt:lpstr>
      <vt:lpstr>PowerPoint Presentation</vt:lpstr>
      <vt:lpstr>Co’s Attainments - DSA</vt:lpstr>
      <vt:lpstr>PowerPoint Presentation</vt:lpstr>
      <vt:lpstr>Screenshots for FWD &amp; DSA</vt:lpstr>
      <vt:lpstr>PowerPoint Presentation</vt:lpstr>
      <vt:lpstr>Conclusion</vt:lpstr>
      <vt:lpstr>Geo- Tag Photos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Tejaswini Pamarthy</cp:lastModifiedBy>
  <cp:revision>57</cp:revision>
  <dcterms:created xsi:type="dcterms:W3CDTF">2022-05-20T10:20:31Z</dcterms:created>
  <dcterms:modified xsi:type="dcterms:W3CDTF">2026-03-10T07:47:05Z</dcterms:modified>
</cp:coreProperties>
</file>